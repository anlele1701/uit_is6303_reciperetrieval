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e7c19941-ecf6-4b58-c2ab-75751ef92960}">
          <p14:sldIdLst>
            <p14:sldId id="256"/>
            <p14:sldId id="257"/>
            <p14:sldId id="258"/>
          </p14:sldIdLst>
        </p14:section>
        <p14:section name="Phần 1: Xây dựng hệ thống" id="{64ef8ade-a7a9-3b6e-12b4-00b353148ab6}">
          <p14:sldIdLst>
            <p14:sldId id="259"/>
            <p14:sldId id="260"/>
            <p14:sldId id="261"/>
            <p14:sldId id="262"/>
            <p14:sldId id="263"/>
            <p14:sldId id="264"/>
            <p14:sldId id="265"/>
          </p14:sldIdLst>
        </p14:section>
        <p14:section name="Phần 2: Đánh giá hệ thống" id="{b20ca18c-932f-36f6-fa69-80265c571c57}">
          <p14:sldIdLst>
            <p14:sldId id="266"/>
            <p14:sldId id="267"/>
            <p14:sldId id="268"/>
            <p14:sldId id="269"/>
            <p14:sldId id="270"/>
            <p14:sldId id="271"/>
            <p14:sldId id="272"/>
            <p14:sldId id="273"/>
          </p14:sldIdLst>
        </p14:section>
        <p14:section name="Kết luận" id="{c81b1df2-f427-b43d-b565-2020e68b1be9}">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nhóm và đề tài trong khoảng 15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có hai phần chính: xây dựng hệ thống và đánh giá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nói miệng: người dùng gõ 'creamy black bean and tomato stew' nhưng công thức có tên 'Black Bean and Tomato Soup'.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Nguồn là bộ shengtao/recipe trên Hugging Face, lấy từ Allrecipes. Chỉ 4 trường văn bản dùng để tìm, các cột còn lại dùng để lọc.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Bên trái là các bảng nguồn đã chuẩn hóa, mỗi công thức lưu một lần. Bên phải là bảng chunk dùng để tìm kiếm. Khi nạp dữ liệu, mỗi công thức được chia thành các đoạn, chép các cột lọc sang và tạo vector cho từng đoạn.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chính: ba cách chia tạo ra số đoạn gần bằng nhau, nên khác biệt kết quả đến từ vị trí cắt chứ không phải số đoạn.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mô hình một câu. bert-base-uncased chỉ dùng để đếm token khi chia theo cách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cách nhóm chọn mô hình xếp hạng lại. Nhóm chọn mxbai vì MRR cao nhất mà chỉ chậm hơn bge-reranker-base 25%. bge-reranker-v2-m3 vừa kém hơn vừa chậm gần 3 lần. MiniLM là lựa chọn nếu cần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vào thanh thời gian: tầng 1 rất nhanh, gần như toàn bộ thời gian nằm ở bước xếp hạng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Pooling theo cách của TREC: lấy 5 công thức đầu của mọi cấu hình, gộp lại rồi mới chấm, để không cấu hình nào bị chấm thiệt. Mọi cấu hình đều lấy 50 đoạn đầu để so sánh công bằng.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Fusion tốt hơn một chút mà gần như không chậm hơn. Hybrid tốt hơn rõ rệt nhưng mỗi truy vấn mất khoảng 0.7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đọc bảng. Chỉ ra hai điều: hàng Hybrid cao nhất ở mọi cột, và ba cách chia đoạn chênh nhau rất 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Chia truy vấn thành hai nhóm: dùng nhiều từ giống công thức và dùng ít từ giống. BM25 giảm mạnh nhất ở nhóm ít trùng từ, đúng vấn đề nêu ở phần mở đầu. Hybrid xử lý tốt nhóm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từ trái sang phải theo tầng của hệ thống: ba nhóm lỗi ở tầng lấy kết quả, một nhóm ở bước xếp hạng lại, một nhóm ở chính bộ đánh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ý, mỗi ý một câu. Ý 4 quan trọng khi bị hỏi: một số chênh lệch nhỏ giữa các cấu hình nằm trong mức nhiễu của bộ đánh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thẳng các hạn chế trước khi bị hỏi. Ý 4 là rủi ro lớn nhất về phương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bằng một câu: hệ thống hai tầng tốt hơn rõ rệt, và chọn mô hình xếp hạng lại quan trọng hơn chọn cách chia đoạn.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Hệ thống truy hồi công thức nấu ă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Bài trình bày gồm hai phần: xây dựng và đánh giá">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Người dùng nhớ món ăn qua mô tả, không nhớ tên mó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Xây dựng hệ thố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Dữ liệu gồm 32,719 công thức từ Allrecip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Cơ sở dữ liệu quan hệ gồm 7 bảng trên PostgreSQL">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Ba cách chia phần hướng dẫn nấu, cho số đoạn gần bằng nhau">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Hệ thống dùng bốn mô hình có sẵn, mỗi mô hình làm một việc">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Nhóm chọn mxbai-rerank-base vì có MRR cao nhất mà chỉ chậm hơn bge-reranker-base 2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Một truy vấn mất khoảng 725 ms, trong đó 93% là bước xếp hạng lạ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Đánh giá hệ thố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Bộ đánh giá có 298 truy vấn và 691 cặp được chấm là liên qua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Hybrid có nDCG@10 cao nhất là 0.916, nhưng mỗi truy vấn mất khoảng 0.7 giâ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Hybrid cao nhất ở mọi chỉ số, còn cách chia đoạn gần như không đổi kết quả">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Khi truy vấn ít trùng từ với công thức, BM25 giảm 0.221 còn Hybrid chỉ giảm 0.04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Phần lớn lỗi nằm ở tầng lấy kết quả, không nằm ở bước xếp hạng lạ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descr="Bốn điều rút ra từ phân tích lỗ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lide 18" descr="Bốn hạn chế của nghiên cứu">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lide 19" descr="Nhóm đề xuất dùng Hybrid với mxbai-rerank-base và cách chia semantic">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Slide 20" descr="Cảm ơn cô và các bạn đã lắng ngh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truy hồi công thức nấu ăn</dc:title>
  <dc:subject>PptxGenJS Presentation</dc:subject>
  <dc:creator>Nhóm 1, IS603</dc:creator>
  <cp:lastModifiedBy>Nhóm 1, IS603</cp:lastModifiedBy>
  <cp:revision>1</cp:revision>
  <dcterms:created xsi:type="dcterms:W3CDTF">2026-10-07T17:06:46Z</dcterms:created>
  <dcterms:modified xsi:type="dcterms:W3CDTF">2026-10-07T17:06:46Z</dcterms:modified>
</cp:coreProperties>
</file>